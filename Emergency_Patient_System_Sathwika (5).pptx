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960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44AA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5566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D1526">
              <a:alpha val="70000"/>
            </a:srgbClr>
          </a:solidFill>
          <a:ln w="12700">
            <a:solidFill>
              <a:srgbClr val="1C2D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1828800" cy="1828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01752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822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Patient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274320" y="1554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27432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MediPulse — Cloud-Based Real-Time Monitoring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2834640"/>
            <a:ext cx="3200400" cy="36576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2971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432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4320" y="37490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280160" y="3749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74320" y="4005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280160" y="4005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74320" y="42611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280160" y="4261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74320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280160" y="4517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394960" y="411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440680" y="822960"/>
            <a:ext cx="3520440" cy="658368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932688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8076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Vitals Monitoring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40680" y="1600200"/>
            <a:ext cx="3520440" cy="658368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170992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080760" y="1737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Emergency Alerts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40680" y="2377440"/>
            <a:ext cx="3520440" cy="658368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2487168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080760" y="2514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440680" y="3154680"/>
            <a:ext cx="3520440" cy="658368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3264408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08076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Architecture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440680" y="3931920"/>
            <a:ext cx="3520440" cy="658368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4041648"/>
            <a:ext cx="411480" cy="4114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080760" y="4069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Patient Login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73152" cy="10058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984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MediPulse is a cloud-ready, full-stack web application that provides real-time monitoring of patient vitals (Heart Rate, SpO₂, Temperature). When readings enter critical thresholds, the system automatically triggers emergency alerts, displays nearby hospitals, and enables one-click doctor appointment booking — all from a browser.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2724912" cy="25146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2724912" cy="64008"/>
          </a:xfrm>
          <a:prstGeom prst="rect">
            <a:avLst/>
          </a:prstGeom>
          <a:solidFill>
            <a:srgbClr val="FF456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56032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3566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every 5s with Heart Rate, SpO₂ &amp; Temperature waveforms using Chart.js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27832" y="2377440"/>
            <a:ext cx="2724912" cy="25146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27832" y="2377440"/>
            <a:ext cx="2724912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25603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64992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64992" y="3566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alert triggers when vitals cross critical limits (HR&gt;110, SpO₂&lt;90, Temp&gt;39°C)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89904" y="2377440"/>
            <a:ext cx="2724912" cy="25146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9904" y="2377440"/>
            <a:ext cx="2724912" cy="64008"/>
          </a:xfrm>
          <a:prstGeom prst="rect">
            <a:avLst/>
          </a:prstGeom>
          <a:solidFill>
            <a:srgbClr val="00E39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5603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27064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Booking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27064" y="3566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nearby hospitals &amp; available doctors, book appointments instantly with a reference ID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206240" cy="105156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00200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3716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" y="1417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Emergency Response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7373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detect critical vitals and trigger alerts with hospital &amp; doctor routing in under 3 seconds.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4206240" cy="105156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60020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13716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504688" y="1417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Patient Data Access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04688" y="17373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REST API serves live vitals, patient profiles, and appointment status to all authorized users.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14600"/>
            <a:ext cx="4206240" cy="105156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788920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" y="2560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15568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15568" y="29260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responsive dark-mode UI with live charts and intuitive navigation for patients and admins.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54880" y="2514600"/>
            <a:ext cx="4206240" cy="105156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788920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46320" y="2560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504688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&amp; Secure System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04688" y="29260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authentication, session management, and cloud-ready deployment on AWS or Render.com.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3703320"/>
            <a:ext cx="4206240" cy="105156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977640"/>
            <a:ext cx="475488" cy="4754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7200" y="37490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15568" y="3794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Visualization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115568" y="41148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waveforms update every 5 seconds showing Heart Rate, SpO₂, and Temperature trends.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4754880" y="3703320"/>
            <a:ext cx="4206240" cy="105156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977640"/>
            <a:ext cx="475488" cy="4754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846320" y="37490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504688" y="3794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5504688" y="41148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 allows seamless integration with real sensor data, databases, or third-party EHR systems.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206240" cy="1664208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80160"/>
            <a:ext cx="73152" cy="16642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3560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3898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who log in, monitor their own vitals, and request emergency assistance when readings are critical.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4632" y="2514600"/>
            <a:ext cx="182880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vitals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50592" y="2514600"/>
            <a:ext cx="182880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96312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alert notifications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4206240" cy="1664208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280160"/>
            <a:ext cx="73152" cy="1664208"/>
          </a:xfrm>
          <a:prstGeom prst="rect">
            <a:avLst/>
          </a:prstGeom>
          <a:solidFill>
            <a:srgbClr val="00E396"/>
          </a:solidFill>
          <a:ln w="12700">
            <a:solidFill>
              <a:srgbClr val="00E396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35608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77840" y="13898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57784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professionals who are listed in the system for emergency booking and can manage patient cases.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919472" y="2514600"/>
            <a:ext cx="182880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65192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appointment requests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885432" y="2514600"/>
            <a:ext cx="182880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31152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vitals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320040" y="3063240"/>
            <a:ext cx="4206240" cy="1664208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20040" y="3063240"/>
            <a:ext cx="73152" cy="16642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218688"/>
            <a:ext cx="548640" cy="5486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3172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14300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who manage hospital listings, doctor profiles, and oversee the appointment workflow.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84632" y="4297680"/>
            <a:ext cx="182880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30352" y="4297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doctor directory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2450592" y="4297680"/>
            <a:ext cx="182880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496312" y="4297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alerts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4754880" y="3063240"/>
            <a:ext cx="4206240" cy="1664208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754880" y="3063240"/>
            <a:ext cx="73152" cy="1664208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218688"/>
            <a:ext cx="548640" cy="54864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77840" y="3172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557784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team responsible for building, deploying, and maintaining the MediPulse web application and API.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919472" y="4297680"/>
            <a:ext cx="182880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965192" y="4297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features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6885432" y="4297680"/>
            <a:ext cx="182880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931152" y="4297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cloud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Languages, Tools &amp; Software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834640" cy="320040"/>
          </a:xfrm>
          <a:prstGeom prst="rect">
            <a:avLst/>
          </a:prstGeom>
          <a:solidFill>
            <a:srgbClr val="07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709928"/>
            <a:ext cx="2834640" cy="9144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09928"/>
            <a:ext cx="64008" cy="9144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3852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69848" y="18196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69848" y="21305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&amp; semantic markup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2761488"/>
            <a:ext cx="2834640" cy="9144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761488"/>
            <a:ext cx="64008" cy="9144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9008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69848" y="28712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69848" y="31821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animations, dark theme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0040" y="3813048"/>
            <a:ext cx="2834640" cy="9144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813048"/>
            <a:ext cx="64008" cy="9144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4164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9848" y="392277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069848" y="4233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fetch API, Chart.js waveforms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291840" y="1280160"/>
            <a:ext cx="2834640" cy="320040"/>
          </a:xfrm>
          <a:prstGeom prst="rect">
            <a:avLst/>
          </a:prstGeom>
          <a:solidFill>
            <a:srgbClr val="070D1A"/>
          </a:solidFill>
          <a:ln w="12700">
            <a:solidFill>
              <a:srgbClr val="00E39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9184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291840" y="1709928"/>
            <a:ext cx="2834640" cy="9144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291840" y="1709928"/>
            <a:ext cx="64008" cy="914400"/>
          </a:xfrm>
          <a:prstGeom prst="rect">
            <a:avLst/>
          </a:prstGeom>
          <a:solidFill>
            <a:srgbClr val="00E396"/>
          </a:solidFill>
          <a:ln w="12700">
            <a:solidFill>
              <a:srgbClr val="00E396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1938528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041648" y="18196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041648" y="21305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&amp; data simulation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291840" y="2761488"/>
            <a:ext cx="2834640" cy="9144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91840" y="2761488"/>
            <a:ext cx="64008" cy="914400"/>
          </a:xfrm>
          <a:prstGeom prst="rect">
            <a:avLst/>
          </a:prstGeom>
          <a:solidFill>
            <a:srgbClr val="00E396"/>
          </a:solidFill>
          <a:ln w="12700">
            <a:solidFill>
              <a:srgbClr val="00E396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990088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41648" y="28712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041648" y="31821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REST API framework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291840" y="3813048"/>
            <a:ext cx="2834640" cy="9144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291840" y="3813048"/>
            <a:ext cx="64008" cy="914400"/>
          </a:xfrm>
          <a:prstGeom prst="rect">
            <a:avLst/>
          </a:prstGeom>
          <a:solidFill>
            <a:srgbClr val="00E396"/>
          </a:solidFill>
          <a:ln w="12700">
            <a:solidFill>
              <a:srgbClr val="00E396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4041648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041648" y="392277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4041648" y="4233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/login, /patient-data, /book-appointment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263640" y="1280160"/>
            <a:ext cx="2834640" cy="320040"/>
          </a:xfrm>
          <a:prstGeom prst="rect">
            <a:avLst/>
          </a:prstGeom>
          <a:solidFill>
            <a:srgbClr val="070D1A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26364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6263640" y="1709928"/>
            <a:ext cx="2834640" cy="9144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263640" y="1709928"/>
            <a:ext cx="64008" cy="91440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1938528"/>
            <a:ext cx="457200" cy="45720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013448" y="18196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7013448" y="21305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 with Python &amp; HTML extensions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263640" y="2761488"/>
            <a:ext cx="2834640" cy="9144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6263640" y="2761488"/>
            <a:ext cx="64008" cy="91440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2990088"/>
            <a:ext cx="457200" cy="45720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013448" y="28712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Browser</a:t>
            </a:r>
            <a:endParaRPr lang="en-US" sz="1300" dirty="0"/>
          </a:p>
        </p:txBody>
      </p:sp>
      <p:sp>
        <p:nvSpPr>
          <p:cNvPr id="52" name="Text 42"/>
          <p:cNvSpPr/>
          <p:nvPr/>
        </p:nvSpPr>
        <p:spPr>
          <a:xfrm>
            <a:off x="7013448" y="31821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 DevTools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6263640" y="3813048"/>
            <a:ext cx="2834640" cy="9144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6263640" y="3813048"/>
            <a:ext cx="64008" cy="91440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4041648"/>
            <a:ext cx="457200" cy="457200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7013448" y="392277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AI</a:t>
            </a:r>
            <a:endParaRPr lang="en-US" sz="1300" dirty="0"/>
          </a:p>
        </p:txBody>
      </p:sp>
      <p:sp>
        <p:nvSpPr>
          <p:cNvPr id="57" name="Text 46"/>
          <p:cNvSpPr/>
          <p:nvPr/>
        </p:nvSpPr>
        <p:spPr>
          <a:xfrm>
            <a:off x="7013448" y="4233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&amp; debugging assistance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Used to Generate Code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 — Backend &amp; API Prompts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9436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1463040"/>
            <a:ext cx="8503920" cy="758952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463040"/>
            <a:ext cx="1005840" cy="29260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371600" y="14996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17647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Flask REST API for a patient monitoring system with endpoints for login, live vitals, emergency data, and appointment booking. Use in-memory patient data with simulated vitals."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03720" y="1764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app.py with 4 API routes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0040" y="2313432"/>
            <a:ext cx="8503920" cy="758952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313432"/>
            <a:ext cx="1005840" cy="29260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313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371600" y="2350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26151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health condition logic: if heart_rate &gt; 110 OR oxygen_level &lt; 90, set overall_status to 'critical'. Otherwise check for 'warning' thresholds. Return JSON."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03720" y="26151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condition logic in /patient-data route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20040" y="3163824"/>
            <a:ext cx="8503920" cy="758952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3163824"/>
            <a:ext cx="1005840" cy="29260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163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371600" y="3200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57200" y="34655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sample hospital and doctor data for Chennai. Include hospital name, location, distance and phone. Include doctors with specialization, experience and availability."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03720" y="3465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HOSPITALS and DOCTORS arrays in app.py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0040" y="4014216"/>
            <a:ext cx="8503920" cy="758952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4014216"/>
            <a:ext cx="1005840" cy="29260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40142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4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371600" y="40507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57200" y="43159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/book-appointment POST endpoint that accepts doctor name, hospital and patient_id, generates a random booking reference, and returns estimated wait time."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903720" y="4315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booking API with confirmation response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Used to Generate Code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 — Frontend &amp; UI Prompts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9436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1463040"/>
            <a:ext cx="8503920" cy="758952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463040"/>
            <a:ext cx="1005840" cy="292608"/>
          </a:xfrm>
          <a:prstGeom prst="rect">
            <a:avLst/>
          </a:prstGeom>
          <a:solidFill>
            <a:srgbClr val="0077FF">
              <a:alpha val="80000"/>
            </a:srgbClr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5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371600" y="14996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17647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a modern dark-mode login page for a healthcare app called MediPulse. Use deep navy background, cyan accent color, animated grid background, and glassmorphism login card."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03720" y="1764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index.html with CSS animations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0040" y="2313432"/>
            <a:ext cx="8503920" cy="758952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313432"/>
            <a:ext cx="1005840" cy="292608"/>
          </a:xfrm>
          <a:prstGeom prst="rect">
            <a:avLst/>
          </a:prstGeom>
          <a:solidFill>
            <a:srgbClr val="0077FF">
              <a:alpha val="80000"/>
            </a:srgbClr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313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6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371600" y="2350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26151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dashboard HTML page with a sidebar, top bar, and 3 vital stat cards (Heart Rate, SpO₂, Temperature). Add live Chart.js line charts that update every 5 seconds via fetch."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03720" y="26151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dashboard.html with real-time charts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20040" y="3163824"/>
            <a:ext cx="8503920" cy="758952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3163824"/>
            <a:ext cx="1005840" cy="292608"/>
          </a:xfrm>
          <a:prstGeom prst="rect">
            <a:avLst/>
          </a:prstGeom>
          <a:solidFill>
            <a:srgbClr val="0077FF">
              <a:alpha val="80000"/>
            </a:srgbClr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163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7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371600" y="3200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57200" y="34655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an emergency page that auto-loads hospital and doctor data from /emergency-data. Show hospital cards and doctor cards with booking buttons. Add a critical alert popup."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03720" y="3465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emergency.html with booking UI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0040" y="4014216"/>
            <a:ext cx="8503920" cy="758952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4014216"/>
            <a:ext cx="1005840" cy="292608"/>
          </a:xfrm>
          <a:prstGeom prst="rect">
            <a:avLst/>
          </a:prstGeom>
          <a:solidFill>
            <a:srgbClr val="0077FF">
              <a:alpha val="80000"/>
            </a:srgbClr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40142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8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371600" y="40507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57200" y="43159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logic: if the overall_status returned is 'critical', show a red animated emergency overlay popup with the message and buttons to call 108 or redirect to the emergency page."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903720" y="4315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critical popup overlay in dashboard.html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&amp; Flowchart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234440" cy="804672"/>
          </a:xfrm>
          <a:prstGeom prst="rect">
            <a:avLst/>
          </a:prstGeom>
          <a:solidFill>
            <a:srgbClr val="00C8FF">
              <a:alpha val="25000"/>
            </a:srgbClr>
          </a:solidFill>
          <a:ln w="254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63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801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Browser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1773936"/>
            <a:ext cx="4572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1719072"/>
            <a:ext cx="109728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371600"/>
            <a:ext cx="1234440" cy="804672"/>
          </a:xfrm>
          <a:prstGeom prst="rect">
            <a:avLst/>
          </a:prstGeom>
          <a:solidFill>
            <a:srgbClr val="0077FF">
              <a:alpha val="25000"/>
            </a:srgbClr>
          </a:solidFill>
          <a:ln w="25400">
            <a:solidFill>
              <a:srgbClr val="0077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7360" y="1463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1801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via /login API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71800" y="1773936"/>
            <a:ext cx="457200" cy="0"/>
          </a:xfrm>
          <a:prstGeom prst="line">
            <a:avLst/>
          </a:prstGeom>
          <a:noFill/>
          <a:ln w="19050">
            <a:solidFill>
              <a:srgbClr val="007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9272" y="1719072"/>
            <a:ext cx="109728" cy="109728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371600"/>
            <a:ext cx="1234440" cy="804672"/>
          </a:xfrm>
          <a:prstGeom prst="rect">
            <a:avLst/>
          </a:prstGeom>
          <a:solidFill>
            <a:srgbClr val="00E396">
              <a:alpha val="25000"/>
            </a:srgbClr>
          </a:solidFill>
          <a:ln w="25400">
            <a:solidFill>
              <a:srgbClr val="00E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4680" y="1463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54680" y="1801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Loaded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89120" y="1773936"/>
            <a:ext cx="457200" cy="0"/>
          </a:xfrm>
          <a:prstGeom prst="line">
            <a:avLst/>
          </a:prstGeom>
          <a:noFill/>
          <a:ln w="19050">
            <a:solidFill>
              <a:srgbClr val="00E3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592" y="1719072"/>
            <a:ext cx="109728" cy="109728"/>
          </a:xfrm>
          <a:prstGeom prst="rect">
            <a:avLst/>
          </a:prstGeom>
          <a:solidFill>
            <a:srgbClr val="00E396"/>
          </a:solidFill>
          <a:ln w="12700">
            <a:solidFill>
              <a:srgbClr val="00E3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371600"/>
            <a:ext cx="1234440" cy="804672"/>
          </a:xfrm>
          <a:prstGeom prst="rect">
            <a:avLst/>
          </a:prstGeom>
          <a:solidFill>
            <a:srgbClr val="FFB700">
              <a:alpha val="25000"/>
            </a:srgbClr>
          </a:solidFill>
          <a:ln w="25400">
            <a:solidFill>
              <a:srgbClr val="FFB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1463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CHECK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1801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seconds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773936"/>
            <a:ext cx="457200" cy="0"/>
          </a:xfrm>
          <a:prstGeom prst="line">
            <a:avLst/>
          </a:prstGeom>
          <a:noFill/>
          <a:ln w="19050">
            <a:solidFill>
              <a:srgbClr val="FFB7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53912" y="1719072"/>
            <a:ext cx="109728" cy="10972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371600"/>
            <a:ext cx="1234440" cy="804672"/>
          </a:xfrm>
          <a:prstGeom prst="rect">
            <a:avLst/>
          </a:prstGeom>
          <a:solidFill>
            <a:srgbClr val="FF4560">
              <a:alpha val="25000"/>
            </a:srgbClr>
          </a:solidFill>
          <a:ln w="25400">
            <a:solidFill>
              <a:srgbClr val="FF456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89320" y="1463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89320" y="1801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23760" y="1773936"/>
            <a:ext cx="457200" cy="0"/>
          </a:xfrm>
          <a:prstGeom prst="line">
            <a:avLst/>
          </a:prstGeom>
          <a:noFill/>
          <a:ln w="19050">
            <a:solidFill>
              <a:srgbClr val="FF45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71232" y="1719072"/>
            <a:ext cx="109728" cy="10972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1371600"/>
            <a:ext cx="1234440" cy="804672"/>
          </a:xfrm>
          <a:prstGeom prst="rect">
            <a:avLst/>
          </a:prstGeom>
          <a:solidFill>
            <a:srgbClr val="FF4560">
              <a:alpha val="25000"/>
            </a:srgbClr>
          </a:solidFill>
          <a:ln w="25400">
            <a:solidFill>
              <a:srgbClr val="FF456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06640" y="1463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BOOKING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06640" y="1801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32320" y="16002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01968" y="2176272"/>
            <a:ext cx="0" cy="548640"/>
          </a:xfrm>
          <a:prstGeom prst="line">
            <a:avLst/>
          </a:prstGeom>
          <a:noFill/>
          <a:ln w="19050">
            <a:solidFill>
              <a:srgbClr val="00E3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724912"/>
            <a:ext cx="2057400" cy="594360"/>
          </a:xfrm>
          <a:prstGeom prst="rect">
            <a:avLst/>
          </a:prstGeom>
          <a:solidFill>
            <a:srgbClr val="101E35"/>
          </a:solidFill>
          <a:ln w="12700">
            <a:solidFill>
              <a:srgbClr val="00E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77840" y="2724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0840" y="2212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Flow: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3749040"/>
            <a:ext cx="3931920" cy="402336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3831336"/>
            <a:ext cx="237744" cy="23774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4088" y="38039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opens browser and navigates to localhost:5000 / hosted URL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34840" y="3749040"/>
            <a:ext cx="3931920" cy="402336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98848" y="3831336"/>
            <a:ext cx="237744" cy="23774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98848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18888" y="38039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credentials (patient1/pass123). Flask /login returns vitals + status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" y="4224528"/>
            <a:ext cx="3931920" cy="402336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4306824"/>
            <a:ext cx="237744" cy="23774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288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4088" y="42793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loads and starts auto-polling /patient-data every 5 seconds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434840" y="4224528"/>
            <a:ext cx="3931920" cy="402336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98848" y="4306824"/>
            <a:ext cx="237744" cy="23774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98848" y="4288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18888" y="42793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renders live Heart Rate, SpO₂, Temperature waveforms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" y="4700016"/>
            <a:ext cx="3931920" cy="402336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" y="4782312"/>
            <a:ext cx="237744" cy="23774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4764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04088" y="4754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critical status → Emergency overlay pops up → /emergency-data loads hospitals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34840" y="4700016"/>
            <a:ext cx="3931920" cy="402336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98848" y="4782312"/>
            <a:ext cx="237744" cy="23774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98848" y="4764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818888" y="4754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clicks 'Book Appointment' → POST /book-appointment → confirmation shown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View — UI Screens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788920" cy="3657600"/>
          </a:xfrm>
          <a:prstGeom prst="rect">
            <a:avLst/>
          </a:prstGeom>
          <a:solidFill>
            <a:srgbClr val="070D1A"/>
          </a:solidFill>
          <a:ln w="25400">
            <a:solidFill>
              <a:srgbClr val="0077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2788920" cy="292608"/>
          </a:xfrm>
          <a:prstGeom prst="rect">
            <a:avLst/>
          </a:prstGeom>
          <a:solidFill>
            <a:srgbClr val="0212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27101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 (index.html)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61848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212848"/>
            <a:ext cx="2569464" cy="310896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94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 patient1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768" y="2807208"/>
            <a:ext cx="2569464" cy="310896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437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••••••••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2569464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401568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• Emergency alerts • Appointments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91840" y="1234440"/>
            <a:ext cx="2788920" cy="3657600"/>
          </a:xfrm>
          <a:prstGeom prst="rect">
            <a:avLst/>
          </a:prstGeom>
          <a:solidFill>
            <a:srgbClr val="070D1A"/>
          </a:solidFill>
          <a:ln w="25400">
            <a:solidFill>
              <a:srgbClr val="00E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234440"/>
            <a:ext cx="2788920" cy="292608"/>
          </a:xfrm>
          <a:prstGeom prst="rect">
            <a:avLst/>
          </a:prstGeom>
          <a:solidFill>
            <a:srgbClr val="0212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27101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(dashboard.html)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1568" y="161848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Patient: Arjun Kumar  |  Status: ⚠ WARNING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1568" y="2212848"/>
            <a:ext cx="749808" cy="50292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30428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105 bpm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224528" y="2212848"/>
            <a:ext cx="749808" cy="50292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24528" y="230428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93%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47488" y="2212848"/>
            <a:ext cx="749808" cy="50292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30428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38.4°C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01568" y="2807208"/>
            <a:ext cx="2569464" cy="50292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80720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Waveforms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20440" y="3145536"/>
            <a:ext cx="109728" cy="16459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3048" y="3068726"/>
            <a:ext cx="109728" cy="24140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05656" y="3178454"/>
            <a:ext cx="109728" cy="131674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8264" y="3002890"/>
            <a:ext cx="109728" cy="307238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90872" y="3112618"/>
            <a:ext cx="109728" cy="197510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3046781"/>
            <a:ext cx="109728" cy="263347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76088" y="3156509"/>
            <a:ext cx="109728" cy="153619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4015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WARNING — Monitor closely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63640" y="1234440"/>
            <a:ext cx="2788920" cy="3657600"/>
          </a:xfrm>
          <a:prstGeom prst="rect">
            <a:avLst/>
          </a:prstGeom>
          <a:solidFill>
            <a:srgbClr val="070D1A"/>
          </a:solidFill>
          <a:ln w="25400">
            <a:solidFill>
              <a:srgbClr val="FF456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1234440"/>
            <a:ext cx="2788920" cy="292608"/>
          </a:xfrm>
          <a:prstGeom prst="rect">
            <a:avLst/>
          </a:prstGeom>
          <a:solidFill>
            <a:srgbClr val="0212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127101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 (emergency.html)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73368" y="1618488"/>
            <a:ext cx="2569464" cy="320040"/>
          </a:xfrm>
          <a:prstGeom prst="rect">
            <a:avLst/>
          </a:prstGeom>
          <a:solidFill>
            <a:srgbClr val="FF4560">
              <a:alpha val="70000"/>
            </a:srgbClr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1618488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CRITICAL! Immediate help needed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73368" y="221284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Hospitals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73368" y="2807208"/>
            <a:ext cx="2569464" cy="292608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852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Apollo Hospital — 1.2 km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73368" y="3401568"/>
            <a:ext cx="2569464" cy="292608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4472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City Care — 2.8 km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73368" y="3995928"/>
            <a:ext cx="2569464" cy="320040"/>
          </a:xfrm>
          <a:prstGeom prst="rect">
            <a:avLst/>
          </a:prstGeom>
          <a:solidFill>
            <a:srgbClr val="00E3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73368" y="3995928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BOOK DR. RAVI SHANKAR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Code Snippets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8503920" cy="1115568"/>
          </a:xfrm>
          <a:prstGeom prst="rect">
            <a:avLst/>
          </a:prstGeom>
          <a:solidFill>
            <a:srgbClr val="021226"/>
          </a:solidFill>
          <a:ln w="127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850392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34440"/>
            <a:ext cx="64008" cy="2560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61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Flask /patient-data 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12618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@app.route('/patient-data', methods=['GET'])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patient_data():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heart_rate   = random.randint(60, 130)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oxygen_level = random.randint(80, 100)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  = round(random.uniform(36.0, 40.0), 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is_critical  = heart_rate &gt; 110 or oxygen_level &lt; 90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"critical" if is_critical else "normal"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 "heart_rate": heart_rate,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"oxygen_level": oxygen_level,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"overall_status": status })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8503920" cy="1115568"/>
          </a:xfrm>
          <a:prstGeom prst="rect">
            <a:avLst/>
          </a:prstGeom>
          <a:solidFill>
            <a:srgbClr val="021226"/>
          </a:solidFill>
          <a:ln w="12700">
            <a:solidFill>
              <a:srgbClr val="00E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68880"/>
            <a:ext cx="850392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68880"/>
            <a:ext cx="64008" cy="256032"/>
          </a:xfrm>
          <a:prstGeom prst="rect">
            <a:avLst/>
          </a:prstGeom>
          <a:solidFill>
            <a:srgbClr val="00E396"/>
          </a:solidFill>
          <a:ln w="12700">
            <a:solidFill>
              <a:srgbClr val="00E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963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Live Vitals Polling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2496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fetchVitals()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 = await fetch('/patient-data');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document.getElementById('hr').textContent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= data.heart_rate + ' bpm';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(data.overall_status === 'critical')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showEmergencyPopup();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updateCharts(data);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setInterval(fetchVitals, 5000); // refresh every 5s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8503920" cy="1115568"/>
          </a:xfrm>
          <a:prstGeom prst="rect">
            <a:avLst/>
          </a:prstGeom>
          <a:solidFill>
            <a:srgbClr val="021226"/>
          </a:solidFill>
          <a:ln w="12700">
            <a:solidFill>
              <a:srgbClr val="FFB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03320"/>
            <a:ext cx="850392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03320"/>
            <a:ext cx="64008" cy="256032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30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Emergency Booking 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37307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9776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onclick="bookAppointment('Dr. Ravi Shankar')"&gt;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📅 Book Appointment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bookAppointment(doctor)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fetch('/book-appointment',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'POST',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JSON.stringify({ doctor, hospital: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selectedHospital })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 = await res.json();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alert('Booked! Ref: ' + d.booking_ref);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943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0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Prompts — ChatGPT Conversations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AI-assisted code generation sessions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481328"/>
            <a:ext cx="4160520" cy="347472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481328"/>
            <a:ext cx="4160520" cy="274320"/>
          </a:xfrm>
          <a:prstGeom prst="rect">
            <a:avLst/>
          </a:prstGeom>
          <a:solidFill>
            <a:srgbClr val="07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508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Session 1 — Flask API Generation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" y="1865376"/>
            <a:ext cx="3611880" cy="1261872"/>
          </a:xfrm>
          <a:prstGeom prst="rect">
            <a:avLst/>
          </a:prstGeom>
          <a:solidFill>
            <a:srgbClr val="0077FF">
              <a:alpha val="50000"/>
            </a:srgbClr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19110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84632" y="2121408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Flask REST API for patient monitoring with login, vitals, emergency data and booking endpoints...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77240" y="3282696"/>
            <a:ext cx="3611880" cy="1261872"/>
          </a:xfrm>
          <a:prstGeom prst="rect">
            <a:avLst/>
          </a:prstGeom>
          <a:solidFill>
            <a:srgbClr val="021226">
              <a:alpha val="80000"/>
            </a:srgbClr>
          </a:solidFill>
          <a:ln w="12700">
            <a:solidFill>
              <a:srgbClr val="00E3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33284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0392" y="3538728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your Flask app.py with 4 endpoints: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@app.route('/login') — POST authentication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@app.route('/patient-data') — GET live vitals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@app.route('/emergency-data') — GET hospitals/doctors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@app.route('/book-appointment') — POST booking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63440" y="1481328"/>
            <a:ext cx="4160520" cy="347472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481328"/>
            <a:ext cx="4160520" cy="274320"/>
          </a:xfrm>
          <a:prstGeom prst="rect">
            <a:avLst/>
          </a:prstGeom>
          <a:solidFill>
            <a:srgbClr val="07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1508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Session 2 — Dashboard UI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54880" y="1865376"/>
            <a:ext cx="3611880" cy="1261872"/>
          </a:xfrm>
          <a:prstGeom prst="rect">
            <a:avLst/>
          </a:prstGeom>
          <a:solidFill>
            <a:srgbClr val="0077FF">
              <a:alpha val="50000"/>
            </a:srgbClr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28032" y="19110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828032" y="2121408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dark-mode dashboard with Chart.js vitals that auto-refresh every 5 seconds...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120640" y="3282696"/>
            <a:ext cx="3611880" cy="1261872"/>
          </a:xfrm>
          <a:prstGeom prst="rect">
            <a:avLst/>
          </a:prstGeom>
          <a:solidFill>
            <a:srgbClr val="021226">
              <a:alpha val="80000"/>
            </a:srgbClr>
          </a:solidFill>
          <a:ln w="12700">
            <a:solidFill>
              <a:srgbClr val="00E39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33284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193792" y="3538728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dashboard.html with setInterval(fetchVitals, 5000) and 3 Chart.js line charts for HR, SpO₂ and Temperature with real-time updates.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solidFill>
            <a:srgbClr val="070D1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Note: Attach actual screenshots from ChatGPT / Copilot conversations to this slide for submission.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Emergency Patient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Resources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9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4160520" cy="6858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01368"/>
            <a:ext cx="256032" cy="256032"/>
          </a:xfrm>
          <a:prstGeom prst="ellipse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58952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(GPT-4o)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1920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58952" y="20848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debugging, and UI design prompts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4160520" cy="6858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78608"/>
            <a:ext cx="256032" cy="256032"/>
          </a:xfrm>
          <a:prstGeom prst="ellipse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8952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26974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github.com/features/copilot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8952" y="28620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code suggestions in VS Code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09160" y="1261872"/>
            <a:ext cx="416052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00E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89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LIBRARIES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9160" y="1581912"/>
            <a:ext cx="4160520" cy="6858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801368"/>
            <a:ext cx="256032" cy="256032"/>
          </a:xfrm>
          <a:prstGeom prst="ellipse">
            <a:avLst/>
          </a:prstGeom>
          <a:solidFill>
            <a:srgbClr val="00E396">
              <a:alpha val="70000"/>
            </a:srgbClr>
          </a:solidFill>
          <a:ln w="12700">
            <a:solidFill>
              <a:srgbClr val="00E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48072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Documentation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48072" y="1920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flask.palletsprojects.com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48072" y="20848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Flask 3.0 REST API reference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359152"/>
            <a:ext cx="4160520" cy="6858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578608"/>
            <a:ext cx="256032" cy="256032"/>
          </a:xfrm>
          <a:prstGeom prst="ellipse">
            <a:avLst/>
          </a:prstGeom>
          <a:solidFill>
            <a:srgbClr val="00E396">
              <a:alpha val="70000"/>
            </a:srgbClr>
          </a:solidFill>
          <a:ln w="12700">
            <a:solidFill>
              <a:srgbClr val="00E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8072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48072" y="26974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chartjs.org/docs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48072" y="28620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implementation for vitals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136392"/>
            <a:ext cx="416052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1638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3456432"/>
            <a:ext cx="4160520" cy="6858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" y="3675888"/>
            <a:ext cx="256032" cy="256032"/>
          </a:xfrm>
          <a:prstGeom prst="ellipse">
            <a:avLst/>
          </a:prstGeom>
          <a:solidFill>
            <a:srgbClr val="FFB700">
              <a:alpha val="70000"/>
            </a:srgbClr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8952" y="3794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" y="39593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cloud deployment for Python/Flask apps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" y="4233672"/>
            <a:ext cx="4160520" cy="6858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1480" y="4453128"/>
            <a:ext cx="256032" cy="256032"/>
          </a:xfrm>
          <a:prstGeom prst="ellipse">
            <a:avLst/>
          </a:prstGeom>
          <a:solidFill>
            <a:srgbClr val="FFB700">
              <a:alpha val="70000"/>
            </a:srgbClr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58952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Guide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8952" y="4572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docs.aws.amazon.com/ec2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8952" y="4736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setup for production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3136392"/>
            <a:ext cx="4160520" cy="256032"/>
          </a:xfrm>
          <a:prstGeom prst="rect">
            <a:avLst/>
          </a:prstGeom>
          <a:solidFill>
            <a:srgbClr val="070D1A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1638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INSPIRATION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09160" y="3456432"/>
            <a:ext cx="4160520" cy="6858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3675888"/>
            <a:ext cx="256032" cy="256032"/>
          </a:xfrm>
          <a:prstGeom prst="ellipse">
            <a:avLst/>
          </a:prstGeom>
          <a:solidFill>
            <a:srgbClr val="0077FF">
              <a:alpha val="70000"/>
            </a:srgbClr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48072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48072" y="3794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fonts.google.com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48072" y="39593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Sans, Syne, JetBrains Mono typefaces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09160" y="4233672"/>
            <a:ext cx="4160520" cy="685800"/>
          </a:xfrm>
          <a:prstGeom prst="rect">
            <a:avLst/>
          </a:prstGeom>
          <a:solidFill>
            <a:srgbClr val="101E35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800600" y="4453128"/>
            <a:ext cx="256032" cy="256032"/>
          </a:xfrm>
          <a:prstGeom prst="ellipse">
            <a:avLst/>
          </a:prstGeom>
          <a:solidFill>
            <a:srgbClr val="0077FF">
              <a:alpha val="70000"/>
            </a:srgbClr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48072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148072" y="4572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48072" y="4736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Fetch API reference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44AA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5566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396"/>
          </a:solidFill>
          <a:ln w="12700">
            <a:solidFill>
              <a:srgbClr val="00E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320040"/>
            <a:ext cx="2743200" cy="384048"/>
          </a:xfrm>
          <a:prstGeom prst="rect">
            <a:avLst/>
          </a:prstGeom>
          <a:solidFill>
            <a:srgbClr val="101E35"/>
          </a:solidFill>
          <a:ln w="127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MEDIPULSE — LIVE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Patient System — MediPulse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057400"/>
            <a:ext cx="27432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240280"/>
            <a:ext cx="7315200" cy="640080"/>
          </a:xfrm>
          <a:prstGeom prst="rect">
            <a:avLst/>
          </a:prstGeom>
          <a:solidFill>
            <a:srgbClr val="101E35"/>
          </a:solidFill>
          <a:ln w="127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23042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Application URL: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23042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http://localhost:5000   |   Deploy: render.com / AWS EC2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2011680" cy="1783080"/>
          </a:xfrm>
          <a:prstGeom prst="rect">
            <a:avLst/>
          </a:prstGeom>
          <a:solidFill>
            <a:srgbClr val="0D1526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18688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(GPT-4o)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14600" y="3017520"/>
            <a:ext cx="2011680" cy="1783080"/>
          </a:xfrm>
          <a:prstGeom prst="rect">
            <a:avLst/>
          </a:prstGeom>
          <a:solidFill>
            <a:srgbClr val="0D1526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21868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060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60604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60604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663440" y="3017520"/>
            <a:ext cx="2011680" cy="1783080"/>
          </a:xfrm>
          <a:prstGeom prst="rect">
            <a:avLst/>
          </a:prstGeom>
          <a:solidFill>
            <a:srgbClr val="0D1526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218688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5488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75488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Vitals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75488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812280" y="3017520"/>
            <a:ext cx="2011680" cy="1783080"/>
          </a:xfrm>
          <a:prstGeom prst="rect">
            <a:avLst/>
          </a:prstGeom>
          <a:solidFill>
            <a:srgbClr val="0D1526"/>
          </a:solidFill>
          <a:ln w="12700">
            <a:solidFill>
              <a:srgbClr val="1C2D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218688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0372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90372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90372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D1A"/>
          </a:solidFill>
          <a:ln w="12700">
            <a:solidFill>
              <a:srgbClr val="070D1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Sathwika  •  Emergency Patient System / MediPulse  •  2024 –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1866</Words>
  <Application>Microsoft Office PowerPoint</Application>
  <PresentationFormat>On-screen Show (16:9)</PresentationFormat>
  <Paragraphs>319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Patient System — MediPulse</dc:title>
  <dc:subject>PptxGenJS Presentation</dc:subject>
  <dc:creator>Kontham Sathwika</dc:creator>
  <cp:lastModifiedBy>KONTHAM SATHWIKA</cp:lastModifiedBy>
  <cp:revision>1</cp:revision>
  <dcterms:created xsi:type="dcterms:W3CDTF">2026-04-17T14:12:33Z</dcterms:created>
  <dcterms:modified xsi:type="dcterms:W3CDTF">2026-04-17T14:16:05Z</dcterms:modified>
</cp:coreProperties>
</file>